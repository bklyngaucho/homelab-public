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Quick 30-second intro: show hardware photo if you have one. The 4 stats across the bottom set the scale — this isn't a toy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scale and credibility. This is a real production-grade home stack — not a demo. The 10GbE direct link is worth calling out if asked: that's a dedicated storage network, not your LAN switch.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Relatable moment. Every homelab person has been here. Don't dwell — this is the setup for the transformation. ~30 seconds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slide. CLAUDE.md = context. Skills = repeatability. Memory = accumulation. These three together are what make it feel like a real ops partner rather than a chatbot you have to re-explain everything to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CLAUDE.md is version-controlled with the repo. This isn't a one-time setup — it evolves. Every time you learn something new about the stack (a quirk, a workaround, a config detail), you commit it here. Future-you AND Claude both benefit.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are installable .skill files that live in the repo under skills/. They encode the full workflow — Claude knows what tools to call, what to check, what to output. It's not a script; it's context that makes Claude do the right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best concrete story in the deck. The key point: Claude didn't just "help debug" — it held the full context (what Watchtower does, what tdarr's auto-updater does, how the node connects) and connected the dots. The CHANGELOG entry for v2.12.0 was written by Claude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skill knows: what questions to ask, what order to do things in, what could go wrong (port conflicts, missing env vars). This is months of "what do I always forget when adding a service" baked into one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lands differently once people realize it's a real test result, not a theoretical RTO. "We ran the restore in May and it took 22 minutes" is a meaningful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the biggest time investment is writing CLAUDE.md. But it's also the most valuable — you're forced to document everything you know about your stack, which is useful regardless of Claude.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repo link. Emphasize that the CLAUDE.md template is the most useful starting point — even if someone never uses Claude, writing it forces a useful audit of your own stack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HOMELAB × CLAUDE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Homelab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AE6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as Your Ops Partner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containers · 3 hosts · 1 AI that knows the whole stack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977640"/>
            <a:ext cx="1920240" cy="8686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977640"/>
            <a:ext cx="1920240" cy="8686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TB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9748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storage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977640"/>
            <a:ext cx="1920240" cy="8686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9204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skills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3977640"/>
            <a:ext cx="1920240" cy="8686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min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086600" y="4407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RTO (tested)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 UXG-Fiber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/ firewall / DHCP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QNAP TVS-882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compute — 22 containers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42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T440 / TrueNAS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8895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TB ZFS · Tdarr transcode node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09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Lenovo P360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workstation (Ollama / Open WebUI)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776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10GbE direct link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QNAP ↔ T440 · 780 MB/s read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005840"/>
            <a:ext cx="42062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STACK (22)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1508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76072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 · Tdarr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19385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Sonarr · Radarr · Radarr4K · Bazarr · Prowlarr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236829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368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SABnzbd · TransmissionVPN (PIA)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27980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27980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Seerr (Jellyseerr)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32278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3227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· Technitium DNS · Tailscale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09160" y="3657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 · Uptime Kuma · Watchtower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9160" y="40873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4087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Stirling PDF · Organizr · Tautulli · Agregarr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Claude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lived entirely in your head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819656"/>
            <a:ext cx="329184" cy="32918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by memory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219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the box, grep logs, hope you remember what changed last week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1819656"/>
            <a:ext cx="329184" cy="32918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828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Docs? What docs?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22199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quirks stored in your brain. Muscle memory for every service restart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3328416"/>
            <a:ext cx="329184" cy="32918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337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only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7307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breaks at 2 AM. You're debugging cold with no context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200400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3328416"/>
            <a:ext cx="329184" cy="32918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337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yourself constantly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37307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restart Tdarr without losing the queue again?" — googled every 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Shift: Claude as Ops Partner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887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070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file that gives Claude complete context: hardware specs, network layout, known quirks, SSH paths, API endpoints. Claude reads this at the start of every session.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1887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070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workflows that encode tribal knowledge into repeatable actions. "Add a service," "audit a container," "review last night's updates" — run in plain English.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18872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20700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Memory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22860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builds memory across sessions. Diagnose a tricky Tdarr bug today; next session Claude already knows the fix, the root cause, and what to watch for.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doesn't just answer questions — it holds the full operational context of your homelab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 — The Brain of the Operation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FILE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contains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table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773936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host, IP, role, and interface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048256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 paths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stack, appdata dirs, secrets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quirks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2798064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Plex NVENC config, Duplicati DB tricks, Tdarr schedule gotchas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7238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procedure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SCP, SSH, docker compose commands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5844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&amp; proxy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822192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hosts, Cloudflare zone, Technitium notes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09651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paths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334256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Python versions on QNAP and when to use each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1005840"/>
            <a:ext cx="4251960" cy="3749040"/>
          </a:xfrm>
          <a:prstGeom prst="roundRect">
            <a:avLst>
              <a:gd name="adj" fmla="val 243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43000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5010912" y="114300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5266944" y="1143000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1097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4630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Hardware context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18745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Host | Role | IP |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20802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|---|---|---|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22860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QNAP TVS-882 | Primary compute | 192.168.1.33 |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24917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Dell T440 | TrueNAS + Tdarr node | 192.168.1.31 |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29032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Notable configuration details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33147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Plex uses lscr.io/linuxserver/plex — stays 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35204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bridge networking, not host mode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37261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Tdarr schedule: QNAP-node 8am–12pm,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3440" y="39319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T440-node 24/7 (4 CPU workers)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41376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sqlite3 not available in Duplicati container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0" y="43434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use Python on QNAP directly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— Workflows in Plain English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61288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143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homelab-add-service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399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SABnzbd to the homelab"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60520" y="11430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compose entry, env vars, deploys to QNAP, adds NPM host + Uptime Kuma monitor.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920240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1901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homelab-service-audit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15798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"audit my Tdarr config"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19019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against official docs + community best practices. Prioritised Hi/Med/Lo findings.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569464"/>
            <a:ext cx="84124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679192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679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2660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homelab-health-check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291693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"how's the stack looking?"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60520" y="266090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health check: containers, TrueNAS pool, iDRAC sensors, Duplicati last run.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3328416"/>
            <a:ext cx="84124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438144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438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U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3419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homelab-update-review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6758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updated last night?"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60520" y="341985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Watchtower logs, checks health of every updated container, flags regressions.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4087368"/>
            <a:ext cx="841248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4197096"/>
            <a:ext cx="475488" cy="47548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197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4178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homelab-git-push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44348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"save my changes"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60520" y="417880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what changed, writes commit message, stages, commits, and pushes to GitHub.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Example: "Why Did 1,003 Files Error?"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DEBUG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8872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1,003 files batch-stamped "Transcode error" overnight. No obvious pattern.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13432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50592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digs 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249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Watchtower logs → spots T440-node restart timestamp → cross-references tdarr server update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75304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12464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712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98678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enableDockerAutoUpdater=true caused the node to restart mid-transcode when Watchtower updated the server image.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118872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+ prevention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1463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both images to 2.80.01. Add watchtower.enable=false label. Set enableDockerAutoUpdater=false on T440-node.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313432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83480" y="2450592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27249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Python script via docker exec resets all 1,003 files to "Queued" — no container restart required.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debugging time: ~15 minutes. Without CLAUDE.md context: hours of log archaeology.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Example: "Add SABnzbd to the Homelab"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ADD SERVICE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SABnzbd to the homelab.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391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ports… 8787 is free. Checking image: linuxserver/sabnzbd 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2677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4323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compose service definition...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6609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8254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SABNZBD_HOST to .env.template...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218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/share/appdata/sabnzbd on QNAP via SSH...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4472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Syncing compose file to QNAP and starting container...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0050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NPM proxy host: sab.yourdomain.com → sabnzbd:8080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2336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3982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[OK]  SABnzbd is up. Set it as priority download client in Sonarr/Radarr?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skill did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48132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Checked port availability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18105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Looked up best-practice image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1396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Wrote compose service entry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4688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Updated .env.template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279806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SSH'd to QNAP, created appdata dir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12724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SCP'd compose file to QNAP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4564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Started container, verified health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7856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Added NPM reverse proxy host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41148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Prompted for Uptime Kuma monitor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444398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Committed everything to GitHub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 IS the DR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QNAP catches fire, the whole stack is recoverable in &lt; 30 minutes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min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2677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tested RTO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4963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97480" y="22677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restored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97480" y="24963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GB Duplicati backup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6916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92040" y="22677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restored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4963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+ config intact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16916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 w="12700">
            <a:solidFill>
              <a:srgbClr val="2A3F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86600" y="1783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3-2-1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086600" y="22677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rule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86600" y="24963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T440 local + Backblaze B2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547872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Copy ~/.homelab.secrets to new host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986784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Run  dr/restore.sh  — installs Docker, mounts NFS, restores appdata from Duplicati, starts all 22 containers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425696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Claude knows the whole procedure and can walk you through any failures step-by-step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 to Start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(claude.ai) with Cowork mode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52374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or Pro — works with either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32841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(CLI) if you prefer terminal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26517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17190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or clone the homelab repo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37560" y="252374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CLAUDE.md to your hardware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37560" y="332841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IPs, paths, service names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51560"/>
            <a:ext cx="265176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Skills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.skill files via Claude Desktop → Settings → Skills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252374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trigger phrases to match how you talk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72200" y="332841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own skills for your own workflows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useful Claude homelab session: under 2 hours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homelab is more fun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you're not the only one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knows how it works.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71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github.com/yourusername/homelab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4930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template in the repo root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 skills/  --  install, adapt, share back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Running a Homelab with Claude as Your Ops Partner</dc:title>
  <dc:subject>PptxGenJS Presentation</dc:subject>
  <dc:creator>homelab-user</dc:creator>
  <cp:lastModifiedBy>homelab-user</cp:lastModifiedBy>
  <cp:revision>1</cp:revision>
  <dcterms:created xsi:type="dcterms:W3CDTF">2026-06-29T11:21:51Z</dcterms:created>
  <dcterms:modified xsi:type="dcterms:W3CDTF">2026-06-29T11:21:51Z</dcterms:modified>
</cp:coreProperties>
</file>